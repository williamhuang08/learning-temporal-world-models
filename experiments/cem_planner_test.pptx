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61" r:id="rId5"/>
    <p:sldId id="262" r:id="rId6"/>
    <p:sldId id="265" r:id="rId7"/>
    <p:sldId id="264"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7"/>
    <p:restoredTop sz="94694"/>
  </p:normalViewPr>
  <p:slideViewPr>
    <p:cSldViewPr snapToGrid="0">
      <p:cViewPr varScale="1">
        <p:scale>
          <a:sx n="103" d="100"/>
          <a:sy n="103" d="100"/>
        </p:scale>
        <p:origin x="20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21595-FDC7-D607-0AC0-3D39E850E0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CE4863-F12A-39C7-9226-2019A88FA6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2F0A69-D682-EF23-0352-15D192A542C5}"/>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5" name="Footer Placeholder 4">
            <a:extLst>
              <a:ext uri="{FF2B5EF4-FFF2-40B4-BE49-F238E27FC236}">
                <a16:creationId xmlns:a16="http://schemas.microsoft.com/office/drawing/2014/main" id="{7033E683-9B8B-D9E8-F2DD-FF62A120FC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16625-A2F9-967E-29F4-F748DD300A42}"/>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265850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5147B-CDD1-E594-9951-5710306357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0EFBB8-7F3B-C74D-8998-B08518299C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12CCC1-C2F4-A372-6815-EE4FD8CBF64B}"/>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5" name="Footer Placeholder 4">
            <a:extLst>
              <a:ext uri="{FF2B5EF4-FFF2-40B4-BE49-F238E27FC236}">
                <a16:creationId xmlns:a16="http://schemas.microsoft.com/office/drawing/2014/main" id="{FDCB0A18-A37F-8308-35D9-51AF27982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595191-C535-784D-3CB1-AE1585291F29}"/>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2274444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253DD-72A5-29E4-FC41-30845A6FFF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ED6E90-5111-BAC5-A2EE-DEC90E3703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E036C7-9D5C-E886-FF0C-F7859E636BD9}"/>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5" name="Footer Placeholder 4">
            <a:extLst>
              <a:ext uri="{FF2B5EF4-FFF2-40B4-BE49-F238E27FC236}">
                <a16:creationId xmlns:a16="http://schemas.microsoft.com/office/drawing/2014/main" id="{F6E9938B-D40B-06B5-A598-4747556A39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DBEA28-1892-938F-D2A0-6D9A5CFD1932}"/>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1564809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CD3B3-5D85-A20E-4365-7ED649ABD3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7BD3A7-B1A6-58ED-E3A7-913D6347B0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09FBA1-94C5-197C-5AFE-B8A2ED5EA7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CCDB71-1EAF-85C5-E7D8-ECD946D16B26}"/>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6" name="Footer Placeholder 5">
            <a:extLst>
              <a:ext uri="{FF2B5EF4-FFF2-40B4-BE49-F238E27FC236}">
                <a16:creationId xmlns:a16="http://schemas.microsoft.com/office/drawing/2014/main" id="{948EDAB7-C3B0-F12A-8503-753168BD8E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150758-8259-CDE3-26F5-31A62D76319B}"/>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2844500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6EE98-E426-7F74-1CEA-A9499FA3BD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FF8132-57BC-781E-B992-D6B2A4D227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24CC58-1386-D447-CDE5-29F0AFB344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40047A-0ABE-9F16-F0B5-E5035B818D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DB1F6E-8F18-E541-448D-9C77F92EB0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E1AD3A-DEF8-A6DF-A260-AC81961A86B1}"/>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8" name="Footer Placeholder 7">
            <a:extLst>
              <a:ext uri="{FF2B5EF4-FFF2-40B4-BE49-F238E27FC236}">
                <a16:creationId xmlns:a16="http://schemas.microsoft.com/office/drawing/2014/main" id="{471FE459-0A75-4A79-EC7A-11336DAB70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C75C31-FE14-8AC7-66F1-0DA2F3D2C63E}"/>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3821529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1114D-2D13-5223-D740-8D71A80E65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23FD17-C74F-886E-DF6E-E7DAB2AF28C0}"/>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4" name="Footer Placeholder 3">
            <a:extLst>
              <a:ext uri="{FF2B5EF4-FFF2-40B4-BE49-F238E27FC236}">
                <a16:creationId xmlns:a16="http://schemas.microsoft.com/office/drawing/2014/main" id="{B99EEB3A-3829-9755-05CB-2C7DA26CE5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E03D2F-D070-8B15-B371-D17473C22B06}"/>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141550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3F9849-DB17-958B-72C3-1010407470AD}"/>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3" name="Footer Placeholder 2">
            <a:extLst>
              <a:ext uri="{FF2B5EF4-FFF2-40B4-BE49-F238E27FC236}">
                <a16:creationId xmlns:a16="http://schemas.microsoft.com/office/drawing/2014/main" id="{0C35B84B-157A-ADC7-182C-5575E855DF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0E25F6-7EA7-ED9D-34E2-F57CEBCC7C52}"/>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3850612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5BAD4-718E-1829-F486-6766E40B16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DA3C78-418F-0617-2F81-985E57D36C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0040CD-9C8E-8B9B-5AA2-974FD43619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3CB54F-075A-243A-A779-75666C687C4B}"/>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6" name="Footer Placeholder 5">
            <a:extLst>
              <a:ext uri="{FF2B5EF4-FFF2-40B4-BE49-F238E27FC236}">
                <a16:creationId xmlns:a16="http://schemas.microsoft.com/office/drawing/2014/main" id="{D23AA11E-6FBF-319A-F044-7D4529E9E1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F98200-468A-E3E5-3635-963BF094DA5F}"/>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4070629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2B542-F1C9-333C-C153-75902EED0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1BC8EC-B237-17F9-B2B3-7D1DDC1636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72F9C4-2FE3-2CB9-7078-DACB645201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E07E1E-708B-4E2B-E2B8-9FD70B6ED54E}"/>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6" name="Footer Placeholder 5">
            <a:extLst>
              <a:ext uri="{FF2B5EF4-FFF2-40B4-BE49-F238E27FC236}">
                <a16:creationId xmlns:a16="http://schemas.microsoft.com/office/drawing/2014/main" id="{D6DF0FD7-1AEB-B2DE-09D4-0C3EDABA6C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C18FC4-1ADA-41F9-6E34-C16B9E52E600}"/>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2285663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73BA-D64C-8982-C4AA-63F018CFC9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0C7AF4-15B2-0B8C-6754-B9B68CB706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4A5014-905A-E766-96D0-4A6B50B38A18}"/>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5" name="Footer Placeholder 4">
            <a:extLst>
              <a:ext uri="{FF2B5EF4-FFF2-40B4-BE49-F238E27FC236}">
                <a16:creationId xmlns:a16="http://schemas.microsoft.com/office/drawing/2014/main" id="{8DFD16E3-8D13-76A3-1EFE-11FDAD0795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4A746-C280-42C1-32F9-91F8CDA4F7C5}"/>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3475802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44F2D9-B4AF-9BEA-B4E5-DD3C468A72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CAE57E-67AE-38D0-0EBA-DE4D23F6DA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DBED6-CA3F-40E7-B2A7-B9B5F617CAE4}"/>
              </a:ext>
            </a:extLst>
          </p:cNvPr>
          <p:cNvSpPr>
            <a:spLocks noGrp="1"/>
          </p:cNvSpPr>
          <p:nvPr>
            <p:ph type="dt" sz="half" idx="10"/>
          </p:nvPr>
        </p:nvSpPr>
        <p:spPr/>
        <p:txBody>
          <a:bodyPr/>
          <a:lstStyle/>
          <a:p>
            <a:fld id="{D48B94A0-1D21-1442-970F-8A71EF198ADF}" type="datetimeFigureOut">
              <a:rPr lang="en-US" smtClean="0"/>
              <a:t>1/15/26</a:t>
            </a:fld>
            <a:endParaRPr lang="en-US"/>
          </a:p>
        </p:txBody>
      </p:sp>
      <p:sp>
        <p:nvSpPr>
          <p:cNvPr id="5" name="Footer Placeholder 4">
            <a:extLst>
              <a:ext uri="{FF2B5EF4-FFF2-40B4-BE49-F238E27FC236}">
                <a16:creationId xmlns:a16="http://schemas.microsoft.com/office/drawing/2014/main" id="{A40C36EF-8288-B79C-EC5A-28FD17AC08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3F52E8-10B1-33D9-F4F5-DDFABD38526C}"/>
              </a:ext>
            </a:extLst>
          </p:cNvPr>
          <p:cNvSpPr>
            <a:spLocks noGrp="1"/>
          </p:cNvSpPr>
          <p:nvPr>
            <p:ph type="sldNum" sz="quarter" idx="12"/>
          </p:nvPr>
        </p:nvSpPr>
        <p:spPr/>
        <p:txBody>
          <a:bodyPr/>
          <a:lstStyle/>
          <a:p>
            <a:fld id="{8DB8CEF0-5E4C-7C40-9F96-6A21B9443425}" type="slidenum">
              <a:rPr lang="en-US" smtClean="0"/>
              <a:t>‹#›</a:t>
            </a:fld>
            <a:endParaRPr lang="en-US"/>
          </a:p>
        </p:txBody>
      </p:sp>
    </p:spTree>
    <p:extLst>
      <p:ext uri="{BB962C8B-B14F-4D97-AF65-F5344CB8AC3E}">
        <p14:creationId xmlns:p14="http://schemas.microsoft.com/office/powerpoint/2010/main" val="3547394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033C64-A4F0-6166-6599-AC62F3338E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369E5D-A2FA-DB65-0C4B-CCD07385F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13018F-941C-C652-EEF4-07650BB256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8B94A0-1D21-1442-970F-8A71EF198ADF}" type="datetimeFigureOut">
              <a:rPr lang="en-US" smtClean="0"/>
              <a:t>1/15/26</a:t>
            </a:fld>
            <a:endParaRPr lang="en-US"/>
          </a:p>
        </p:txBody>
      </p:sp>
      <p:sp>
        <p:nvSpPr>
          <p:cNvPr id="5" name="Footer Placeholder 4">
            <a:extLst>
              <a:ext uri="{FF2B5EF4-FFF2-40B4-BE49-F238E27FC236}">
                <a16:creationId xmlns:a16="http://schemas.microsoft.com/office/drawing/2014/main" id="{CCE00C2E-88F7-9439-4C3D-47BCF5B25E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82071E-8E2D-4373-4704-B20D310E8B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B8CEF0-5E4C-7C40-9F96-6A21B9443425}" type="slidenum">
              <a:rPr lang="en-US" smtClean="0"/>
              <a:t>‹#›</a:t>
            </a:fld>
            <a:endParaRPr lang="en-US"/>
          </a:p>
        </p:txBody>
      </p:sp>
    </p:spTree>
    <p:extLst>
      <p:ext uri="{BB962C8B-B14F-4D97-AF65-F5344CB8AC3E}">
        <p14:creationId xmlns:p14="http://schemas.microsoft.com/office/powerpoint/2010/main" val="1640100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68101F-E79B-21F5-5F1A-4210F7B9A2C1}"/>
              </a:ext>
            </a:extLst>
          </p:cNvPr>
          <p:cNvSpPr>
            <a:spLocks noGrp="1"/>
          </p:cNvSpPr>
          <p:nvPr>
            <p:ph type="ctrTitle"/>
          </p:nvPr>
        </p:nvSpPr>
        <p:spPr/>
        <p:txBody>
          <a:bodyPr>
            <a:normAutofit/>
          </a:bodyPr>
          <a:lstStyle/>
          <a:p>
            <a:r>
              <a:rPr lang="en-US" dirty="0"/>
              <a:t>CEM Planner Results</a:t>
            </a:r>
            <a:br>
              <a:rPr lang="en-US" dirty="0"/>
            </a:br>
            <a:endParaRPr lang="en-US" dirty="0"/>
          </a:p>
        </p:txBody>
      </p:sp>
    </p:spTree>
    <p:extLst>
      <p:ext uri="{BB962C8B-B14F-4D97-AF65-F5344CB8AC3E}">
        <p14:creationId xmlns:p14="http://schemas.microsoft.com/office/powerpoint/2010/main" val="786724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54C74-B4E3-8176-D345-F912B6D6B2D1}"/>
              </a:ext>
            </a:extLst>
          </p:cNvPr>
          <p:cNvSpPr>
            <a:spLocks noGrp="1"/>
          </p:cNvSpPr>
          <p:nvPr>
            <p:ph type="title"/>
          </p:nvPr>
        </p:nvSpPr>
        <p:spPr>
          <a:xfrm>
            <a:off x="838200" y="2683971"/>
            <a:ext cx="10515600" cy="1325563"/>
          </a:xfrm>
        </p:spPr>
        <p:txBody>
          <a:bodyPr>
            <a:normAutofit fontScale="90000"/>
          </a:bodyPr>
          <a:lstStyle/>
          <a:p>
            <a:r>
              <a:rPr lang="en-US" b="1" dirty="0"/>
              <a:t>Experiment #1: </a:t>
            </a:r>
            <a:br>
              <a:rPr lang="en-US" dirty="0"/>
            </a:br>
            <a:r>
              <a:rPr lang="en-US" dirty="0"/>
              <a:t>1. Obtain start state from the environment</a:t>
            </a:r>
            <a:br>
              <a:rPr lang="en-US" dirty="0"/>
            </a:br>
            <a:r>
              <a:rPr lang="en-US" dirty="0"/>
              <a:t>2. Compute the cost of the skill sequence by rolling out skill sequence using TAWM and then finding the minimum distance to the goal</a:t>
            </a:r>
            <a:br>
              <a:rPr lang="en-US" dirty="0"/>
            </a:br>
            <a:r>
              <a:rPr lang="en-US" dirty="0"/>
              <a:t>3. Sample epsilon sequences and then refit distribution to the top k</a:t>
            </a:r>
            <a:br>
              <a:rPr lang="en-US" dirty="0"/>
            </a:br>
            <a:r>
              <a:rPr lang="en-US" dirty="0"/>
              <a:t>4. Take the actual skill and execute it with the low-level policy for 40 timesteps</a:t>
            </a:r>
            <a:br>
              <a:rPr lang="en-US" dirty="0"/>
            </a:br>
            <a:r>
              <a:rPr lang="en-US" dirty="0"/>
              <a:t>(Steps 1-4 repeated for the new state)</a:t>
            </a:r>
            <a:br>
              <a:rPr lang="en-US" dirty="0"/>
            </a:br>
            <a:endParaRPr lang="en-US" dirty="0"/>
          </a:p>
        </p:txBody>
      </p:sp>
    </p:spTree>
    <p:extLst>
      <p:ext uri="{BB962C8B-B14F-4D97-AF65-F5344CB8AC3E}">
        <p14:creationId xmlns:p14="http://schemas.microsoft.com/office/powerpoint/2010/main" val="1449759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1782D4-A86F-D88C-4697-3601112B1170}"/>
              </a:ext>
            </a:extLst>
          </p:cNvPr>
          <p:cNvPicPr>
            <a:picLocks noChangeAspect="1"/>
          </p:cNvPicPr>
          <p:nvPr/>
        </p:nvPicPr>
        <p:blipFill>
          <a:blip r:embed="rId2"/>
          <a:stretch>
            <a:fillRect/>
          </a:stretch>
        </p:blipFill>
        <p:spPr>
          <a:xfrm>
            <a:off x="2381250" y="0"/>
            <a:ext cx="7429500" cy="6858000"/>
          </a:xfrm>
          <a:prstGeom prst="rect">
            <a:avLst/>
          </a:prstGeom>
        </p:spPr>
      </p:pic>
    </p:spTree>
    <p:extLst>
      <p:ext uri="{BB962C8B-B14F-4D97-AF65-F5344CB8AC3E}">
        <p14:creationId xmlns:p14="http://schemas.microsoft.com/office/powerpoint/2010/main" val="891912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5DC135-A0C2-9075-5D93-34ABB13E5AC0}"/>
              </a:ext>
            </a:extLst>
          </p:cNvPr>
          <p:cNvPicPr>
            <a:picLocks noChangeAspect="1"/>
          </p:cNvPicPr>
          <p:nvPr/>
        </p:nvPicPr>
        <p:blipFill>
          <a:blip r:embed="rId2"/>
          <a:stretch>
            <a:fillRect/>
          </a:stretch>
        </p:blipFill>
        <p:spPr>
          <a:xfrm>
            <a:off x="2381250" y="0"/>
            <a:ext cx="7429500" cy="6858000"/>
          </a:xfrm>
          <a:prstGeom prst="rect">
            <a:avLst/>
          </a:prstGeom>
        </p:spPr>
      </p:pic>
    </p:spTree>
    <p:extLst>
      <p:ext uri="{BB962C8B-B14F-4D97-AF65-F5344CB8AC3E}">
        <p14:creationId xmlns:p14="http://schemas.microsoft.com/office/powerpoint/2010/main" val="2543577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7E817A-85F8-8C5A-F03A-81457030E58F}"/>
              </a:ext>
            </a:extLst>
          </p:cNvPr>
          <p:cNvPicPr>
            <a:picLocks noChangeAspect="1"/>
          </p:cNvPicPr>
          <p:nvPr/>
        </p:nvPicPr>
        <p:blipFill>
          <a:blip r:embed="rId2"/>
          <a:stretch>
            <a:fillRect/>
          </a:stretch>
        </p:blipFill>
        <p:spPr>
          <a:xfrm>
            <a:off x="2381250" y="0"/>
            <a:ext cx="7429500" cy="6858000"/>
          </a:xfrm>
          <a:prstGeom prst="rect">
            <a:avLst/>
          </a:prstGeom>
        </p:spPr>
      </p:pic>
    </p:spTree>
    <p:extLst>
      <p:ext uri="{BB962C8B-B14F-4D97-AF65-F5344CB8AC3E}">
        <p14:creationId xmlns:p14="http://schemas.microsoft.com/office/powerpoint/2010/main" val="975090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DDF8AA-BD7A-D217-F6E9-3489E2FB1B17}"/>
              </a:ext>
            </a:extLst>
          </p:cNvPr>
          <p:cNvPicPr>
            <a:picLocks noChangeAspect="1"/>
          </p:cNvPicPr>
          <p:nvPr/>
        </p:nvPicPr>
        <p:blipFill>
          <a:blip r:embed="rId2"/>
          <a:stretch>
            <a:fillRect/>
          </a:stretch>
        </p:blipFill>
        <p:spPr>
          <a:xfrm>
            <a:off x="2381250" y="0"/>
            <a:ext cx="7429500" cy="6858000"/>
          </a:xfrm>
          <a:prstGeom prst="rect">
            <a:avLst/>
          </a:prstGeom>
        </p:spPr>
      </p:pic>
    </p:spTree>
    <p:extLst>
      <p:ext uri="{BB962C8B-B14F-4D97-AF65-F5344CB8AC3E}">
        <p14:creationId xmlns:p14="http://schemas.microsoft.com/office/powerpoint/2010/main" val="3893951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69E08A-23AF-0382-732C-ECB3B31750B5}"/>
              </a:ext>
            </a:extLst>
          </p:cNvPr>
          <p:cNvPicPr>
            <a:picLocks noChangeAspect="1"/>
          </p:cNvPicPr>
          <p:nvPr/>
        </p:nvPicPr>
        <p:blipFill>
          <a:blip r:embed="rId2"/>
          <a:stretch>
            <a:fillRect/>
          </a:stretch>
        </p:blipFill>
        <p:spPr>
          <a:xfrm>
            <a:off x="2381250" y="0"/>
            <a:ext cx="7429500" cy="6858000"/>
          </a:xfrm>
          <a:prstGeom prst="rect">
            <a:avLst/>
          </a:prstGeom>
        </p:spPr>
      </p:pic>
    </p:spTree>
    <p:extLst>
      <p:ext uri="{BB962C8B-B14F-4D97-AF65-F5344CB8AC3E}">
        <p14:creationId xmlns:p14="http://schemas.microsoft.com/office/powerpoint/2010/main" val="3085023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2D9DD5-0D85-AC59-C4B8-91EA9BA621A8}"/>
              </a:ext>
            </a:extLst>
          </p:cNvPr>
          <p:cNvPicPr>
            <a:picLocks noChangeAspect="1"/>
          </p:cNvPicPr>
          <p:nvPr/>
        </p:nvPicPr>
        <p:blipFill>
          <a:blip r:embed="rId2"/>
          <a:stretch>
            <a:fillRect/>
          </a:stretch>
        </p:blipFill>
        <p:spPr>
          <a:xfrm>
            <a:off x="2381250" y="0"/>
            <a:ext cx="7429500" cy="6858000"/>
          </a:xfrm>
          <a:prstGeom prst="rect">
            <a:avLst/>
          </a:prstGeom>
        </p:spPr>
      </p:pic>
    </p:spTree>
    <p:extLst>
      <p:ext uri="{BB962C8B-B14F-4D97-AF65-F5344CB8AC3E}">
        <p14:creationId xmlns:p14="http://schemas.microsoft.com/office/powerpoint/2010/main" val="4005855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D8257B-A385-E2CB-B362-078A8AD02E86}"/>
              </a:ext>
            </a:extLst>
          </p:cNvPr>
          <p:cNvPicPr>
            <a:picLocks noChangeAspect="1"/>
          </p:cNvPicPr>
          <p:nvPr/>
        </p:nvPicPr>
        <p:blipFill>
          <a:blip r:embed="rId2"/>
          <a:stretch>
            <a:fillRect/>
          </a:stretch>
        </p:blipFill>
        <p:spPr>
          <a:xfrm>
            <a:off x="2381250" y="0"/>
            <a:ext cx="7429500" cy="6858000"/>
          </a:xfrm>
          <a:prstGeom prst="rect">
            <a:avLst/>
          </a:prstGeom>
        </p:spPr>
      </p:pic>
    </p:spTree>
    <p:extLst>
      <p:ext uri="{BB962C8B-B14F-4D97-AF65-F5344CB8AC3E}">
        <p14:creationId xmlns:p14="http://schemas.microsoft.com/office/powerpoint/2010/main" val="2494280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3972</TotalTime>
  <Words>85</Words>
  <Application>Microsoft Macintosh PowerPoint</Application>
  <PresentationFormat>Widescreen</PresentationFormat>
  <Paragraphs>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CEM Planner Results </vt:lpstr>
      <vt:lpstr>Experiment #1:  1. Obtain start state from the environment 2. Compute the cost of the skill sequence by rolling out skill sequence using TAWM and then finding the minimum distance to the goal 3. Sample epsilon sequences and then refit distribution to the top k 4. Take the actual skill and execute it with the low-level policy for 40 timesteps (Steps 1-4 repeated for the new state)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Huang, William</dc:creator>
  <cp:lastModifiedBy>Huang, William</cp:lastModifiedBy>
  <cp:revision>2</cp:revision>
  <dcterms:created xsi:type="dcterms:W3CDTF">2026-01-07T19:23:21Z</dcterms:created>
  <dcterms:modified xsi:type="dcterms:W3CDTF">2026-01-18T14:06:45Z</dcterms:modified>
</cp:coreProperties>
</file>